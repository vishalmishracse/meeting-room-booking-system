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1: Lumina Reserve: Corporate Spatial Management Suite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Intelligent Meeting Room Reservation &amp; Workplace Resource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Presented by Development &amp; Operations Team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Built on Relational SQL (MySQL 8.0 InnoDB Engine)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Automated Approvals, WhatsApp Sharing &amp; Gmail Calendar Invites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Title / App Homepage Logo]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2: Executive Business Impact &amp; Problem Statement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Eliminating Workplace Friction &amp; Managing Resources Efficiently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The Problem: Meeting room double-bookings and manager approval bottlenecks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The Solution: Real-time slot locking, 15-minute auto-approval, and 1-click sharing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Business Benefit: 100% elimination of scheduling conflicts across departments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Employee Dashboard Overview]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3: Simple Architecture Overview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Lightweight, Scalable &amp; Secure System Design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Relational Database: MySQL 8.0 for strict data consistency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Modern Web Frontend: Next.js + React with responsive Dark/Light themes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Automated Messaging Engine: Gmail SMTP &amp; WhatsApp web integration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Architecture Diagram or System Flow]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4: MySQL Database Structure &amp; EER Diagram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12 Relational Tables Linked via Foreign Keys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Structured Tables: users, rooms, bookings, attendees, supplies, audit_logs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EER Diagram Ready: Press Ctrl + R in MySQL Workbench for visual map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Data Security: Enforces strict data integrity and foreign key constraints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MySQL Workbench Ctrl + R EER Diagram]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5: Sign In &amp; Sign Up Authentication Portal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Secure Employee &amp; Manager Account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Sign In Tab: Clean login form with bcrypt password encryption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Sign Up Tab: Self-registration for new employees into MySQL database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Role Routing: Automatic redirection to Employee (/), Manager (/manager), or Admin (/admin)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Login &amp; Sign Up Page Tabs]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6: All-Rooms Explorer &amp; Visual Cards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Complete Visibility of Corporate Spaces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Default Open View: All rooms displayed immediately upon page load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Smart Search: Search rooms by name or location (e.g. 'Floor 4')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Capacity &amp; Amenity Filtering: Filter by seats (2-5, 6-12, 12+) or features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Room Explorer Grid]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7: Direct Room Photo File Upload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Custom Hard Drive Image Uploading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Computer File Picker: Admins click 'Choose File' to select room photos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Base64 Storage: Converted and stored directly inside MySQL rooms table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Flexible Options: Web URL links are also fully supported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Add/Edit Room Modal File Picker]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8: Real-Time Room Booking &amp; Time Slots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Conflict-Free Reservation Scheduling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Half-Hourly Grid: Select date and time slot (Morning, Afternoon, Evening)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Slot Protection: Booked slots are instantly locked and disabled for others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Attendee Tagging: Add team members to receive automatic meeting invites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Booking Side Panel &amp; Time Picker]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9: 15-Minute Auto-Approval Mechanism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Eliminating Approval Bottlenecks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Automated Timer: Pending requests auto-approve after 15 minutes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Zero Delays: Ensures employees can proceed even if managers are busy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Status Badges: Displays 'Approved' or 'Auto-Approved (15m Window)'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Booking List showing Auto-Approved Badge]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10: 1-Click WhatsApp Invite Sharing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Instant Messaging Integration for Teams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1-Click Share: WhatsApp button on every booking card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Pre-Filled Message: Generates formatted date, time, room name &amp; title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Instant Notification: Reach team members on mobile instantly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WhatsApp Button &amp; Message Preview]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11: Edit Participants on Active Meetings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Dynamic Attendee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Edit Members Button: Modify attendee lists on active reservations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Flexibility: Add late invitees or remove members without canceling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Role Permission: Available for Managers and System Admins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Edit Participants Modal]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12: Manager Approval Suite &amp; VIP Requests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Priority Management for Management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Pending Queue: Review incoming meeting requests in real-time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Priority Tags: Highlight VIP, Executive, and Training sessions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1-Click Actions: Approve or decline requests with custom reason logging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Manager Dashboard Queue]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13: Room-Specific Audit Logs &amp; History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Comprehensive Space Utilization Tracking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Room History Modal: Click any room card to open its dedicated audit log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Full Timeline: Displays booking creations, edits, cancellations, and notes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SQL Persistence: Stored permanently in the booking_histories table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Room History Modal Audit Logs]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14: Facility Room Supplies &amp; Maintenance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Equipment Restocking &amp; Room Health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Equipment Tracking: Report missing items (HDMI cables, markers, remotes)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Lifecycle Status: Cycle items: To Buy -&gt; Purchased -&gt; Restocked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Maintenance Mode: Temporarily pause room availability for repairs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Room Supplies Status Cards]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15: Automated Gmail Calendar Emailing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Interactive Calendar Invitations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Gmail SMTP Integration: Real emails sent via meetingroom9252@gmail.com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Interactive Button: Includes '📅 Add to Google Calendar' link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File Attachments: Sends standard .ics calendar invite attachments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Gmail Confirmation Email Inbox]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16: System Security &amp; Role Permissions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Enterprise Governance Standards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Security: Password hashing using bcrypt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Employee Role: Booking &amp; Room Explorer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Manager Role: Approvals, Member Edits, Supplies &amp; Room History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Admin Role: Room Management, Photo Uploads, Maintenance &amp; Global Audit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User Roles Matrix Table]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17: Step-by-Step 3-Minute Live Demo Flow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Live Demonstration Walkthrough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Step 1: Open MySQL Workbench and press Ctrl + R for EER Diagram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Step 2: Log in as Employee, book room, click WhatsApp Share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Step 3: Log in as Manager, Edit Members, and check Room History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Step 4: Check Gmail inbox for automated calendar email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Multi-Window Demo Overview]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69848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1E293B"/>
                </a:solidFill>
              </a:defRPr>
            </a:pPr>
            <a:r>
              <a:t>Slide 18: Summary of Business Benefits &amp; Conclusion</a:t>
            </a:r>
          </a:p>
          <a:p>
            <a:pPr>
              <a:defRPr sz="1300">
                <a:solidFill>
                  <a:srgbClr val="6366F1"/>
                </a:solidFill>
              </a:defRPr>
            </a:pPr>
            <a:r>
              <a:t>Ready for Management Review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1645920"/>
            <a:ext cx="566928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500" b="1">
                <a:solidFill>
                  <a:srgbClr val="4F46E5"/>
                </a:solidFill>
              </a:defRPr>
            </a:pPr>
            <a:r>
              <a:t>Key Highlights: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100% Conflict Elimination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Automated 15-Minute Approvals &amp; Equipment Tracking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Strict SQL Database Reliability</a:t>
            </a:r>
          </a:p>
          <a:p>
            <a:pPr>
              <a:spcBef>
                <a:spcPts val="800"/>
              </a:spcBef>
              <a:defRPr sz="1300">
                <a:solidFill>
                  <a:srgbClr val="334155"/>
                </a:solidFill>
              </a:defRPr>
            </a:pPr>
            <a:r>
              <a:t>• Thank You! Q&amp;A Session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6675120" y="1645920"/>
            <a:ext cx="4754880" cy="4389120"/>
          </a:xfrm>
          <a:prstGeom prst="rect">
            <a:avLst/>
          </a:prstGeom>
          <a:solidFill>
            <a:srgbClr val="F1F5F9"/>
          </a:solidFill>
          <a:ln w="25400">
            <a:solidFill>
              <a:srgbClr val="6366F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defRPr sz="1400" b="1">
                <a:solidFill>
                  <a:srgbClr val="4F46E5"/>
                </a:solidFill>
              </a:defRPr>
            </a:pPr>
            <a:r>
              <a:t>📸 [INSERT SCREENSHOT HERE: Closing Slide with http://localhost:3000/login]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