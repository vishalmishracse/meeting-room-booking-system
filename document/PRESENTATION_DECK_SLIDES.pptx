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malavika2005@outlook.com" userId="6fcc40f0fe87376b" providerId="LiveId" clId="{B072D48F-653C-4CB2-94AD-3F8ACA905B1B}"/>
    <pc:docChg chg="undo custSel modSld">
      <pc:chgData name="Saimalavika2005@outlook.com" userId="6fcc40f0fe87376b" providerId="LiveId" clId="{B072D48F-653C-4CB2-94AD-3F8ACA905B1B}" dt="2026-08-17T15:28:52.669" v="187" actId="14100"/>
      <pc:docMkLst>
        <pc:docMk/>
      </pc:docMkLst>
      <pc:sldChg chg="addSp delSp modSp mod">
        <pc:chgData name="Saimalavika2005@outlook.com" userId="6fcc40f0fe87376b" providerId="LiveId" clId="{B072D48F-653C-4CB2-94AD-3F8ACA905B1B}" dt="2026-08-17T15:05:55.036" v="19" actId="1076"/>
        <pc:sldMkLst>
          <pc:docMk/>
          <pc:sldMk cId="0" sldId="256"/>
        </pc:sldMkLst>
        <pc:spChg chg="del">
          <ac:chgData name="Saimalavika2005@outlook.com" userId="6fcc40f0fe87376b" providerId="LiveId" clId="{B072D48F-653C-4CB2-94AD-3F8ACA905B1B}" dt="2026-08-17T15:03:47.518" v="0" actId="4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03:58.717" v="1" actId="14100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Saimalavika2005@outlook.com" userId="6fcc40f0fe87376b" providerId="LiveId" clId="{B072D48F-653C-4CB2-94AD-3F8ACA905B1B}" dt="2026-08-17T15:04:10.987" v="5" actId="478"/>
          <ac:spMkLst>
            <pc:docMk/>
            <pc:sldMk cId="0" sldId="256"/>
            <ac:spMk id="6" creationId="{00000000-0000-0000-0000-000000000000}"/>
          </ac:spMkLst>
        </pc:spChg>
        <pc:picChg chg="add del mod modCrop">
          <ac:chgData name="Saimalavika2005@outlook.com" userId="6fcc40f0fe87376b" providerId="LiveId" clId="{B072D48F-653C-4CB2-94AD-3F8ACA905B1B}" dt="2026-08-17T15:05:15.055" v="10" actId="478"/>
          <ac:picMkLst>
            <pc:docMk/>
            <pc:sldMk cId="0" sldId="256"/>
            <ac:picMk id="8" creationId="{8F3FA0A6-8E14-7119-8A08-8095F19F9AF7}"/>
          </ac:picMkLst>
        </pc:picChg>
        <pc:picChg chg="add mod">
          <ac:chgData name="Saimalavika2005@outlook.com" userId="6fcc40f0fe87376b" providerId="LiveId" clId="{B072D48F-653C-4CB2-94AD-3F8ACA905B1B}" dt="2026-08-17T15:05:55.036" v="19" actId="1076"/>
          <ac:picMkLst>
            <pc:docMk/>
            <pc:sldMk cId="0" sldId="256"/>
            <ac:picMk id="10" creationId="{800C15E3-B683-7DC9-2AEA-9516DC0C62EB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07:26.223" v="33" actId="14100"/>
        <pc:sldMkLst>
          <pc:docMk/>
          <pc:sldMk cId="0" sldId="257"/>
        </pc:sldMkLst>
        <pc:spChg chg="mod">
          <ac:chgData name="Saimalavika2005@outlook.com" userId="6fcc40f0fe87376b" providerId="LiveId" clId="{B072D48F-653C-4CB2-94AD-3F8ACA905B1B}" dt="2026-08-17T15:06:30.426" v="21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07:09.160" v="28" actId="1076"/>
          <ac:spMkLst>
            <pc:docMk/>
            <pc:sldMk cId="0" sldId="257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06:39.583" v="23" actId="478"/>
          <ac:spMkLst>
            <pc:docMk/>
            <pc:sldMk cId="0" sldId="257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07:26.223" v="33" actId="14100"/>
          <ac:picMkLst>
            <pc:docMk/>
            <pc:sldMk cId="0" sldId="257"/>
            <ac:picMk id="9" creationId="{FA9A62BB-E65A-89BC-DFDA-ECF5B44B6293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1:20.406" v="64" actId="732"/>
        <pc:sldMkLst>
          <pc:docMk/>
          <pc:sldMk cId="0" sldId="258"/>
        </pc:sldMkLst>
        <pc:spChg chg="mod">
          <ac:chgData name="Saimalavika2005@outlook.com" userId="6fcc40f0fe87376b" providerId="LiveId" clId="{B072D48F-653C-4CB2-94AD-3F8ACA905B1B}" dt="2026-08-17T15:07:33.871" v="34" actId="14100"/>
          <ac:spMkLst>
            <pc:docMk/>
            <pc:sldMk cId="0" sldId="258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08:29.837" v="42" actId="1076"/>
          <ac:spMkLst>
            <pc:docMk/>
            <pc:sldMk cId="0" sldId="258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07:38.259" v="35" actId="478"/>
          <ac:spMkLst>
            <pc:docMk/>
            <pc:sldMk cId="0" sldId="258"/>
            <ac:spMk id="7" creationId="{00000000-0000-0000-0000-000000000000}"/>
          </ac:spMkLst>
        </pc:spChg>
        <pc:picChg chg="add del mod">
          <ac:chgData name="Saimalavika2005@outlook.com" userId="6fcc40f0fe87376b" providerId="LiveId" clId="{B072D48F-653C-4CB2-94AD-3F8ACA905B1B}" dt="2026-08-17T15:10:58.306" v="59" actId="478"/>
          <ac:picMkLst>
            <pc:docMk/>
            <pc:sldMk cId="0" sldId="258"/>
            <ac:picMk id="9" creationId="{68789BE4-3951-6F9B-35D4-970C5BE6BD17}"/>
          </ac:picMkLst>
        </pc:picChg>
        <pc:picChg chg="add del mod">
          <ac:chgData name="Saimalavika2005@outlook.com" userId="6fcc40f0fe87376b" providerId="LiveId" clId="{B072D48F-653C-4CB2-94AD-3F8ACA905B1B}" dt="2026-08-17T15:09:48.630" v="48" actId="931"/>
          <ac:picMkLst>
            <pc:docMk/>
            <pc:sldMk cId="0" sldId="258"/>
            <ac:picMk id="11" creationId="{F1FF8915-C4EE-9E1B-6C70-369A98456DAC}"/>
          </ac:picMkLst>
        </pc:picChg>
        <pc:picChg chg="add mod modCrop">
          <ac:chgData name="Saimalavika2005@outlook.com" userId="6fcc40f0fe87376b" providerId="LiveId" clId="{B072D48F-653C-4CB2-94AD-3F8ACA905B1B}" dt="2026-08-17T15:11:20.406" v="64" actId="732"/>
          <ac:picMkLst>
            <pc:docMk/>
            <pc:sldMk cId="0" sldId="258"/>
            <ac:picMk id="13" creationId="{9BA6551C-AEBF-0985-2182-957E9AD5B02E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0:49.782" v="58" actId="1076"/>
        <pc:sldMkLst>
          <pc:docMk/>
          <pc:sldMk cId="0" sldId="259"/>
        </pc:sldMkLst>
        <pc:spChg chg="mod">
          <ac:chgData name="Saimalavika2005@outlook.com" userId="6fcc40f0fe87376b" providerId="LiveId" clId="{B072D48F-653C-4CB2-94AD-3F8ACA905B1B}" dt="2026-08-17T15:08:49.834" v="46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0:44.620" v="56" actId="14100"/>
          <ac:spMkLst>
            <pc:docMk/>
            <pc:sldMk cId="0" sldId="259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5:10:35.320" v="53" actId="478"/>
          <ac:spMkLst>
            <pc:docMk/>
            <pc:sldMk cId="0" sldId="259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10:49.782" v="58" actId="1076"/>
          <ac:picMkLst>
            <pc:docMk/>
            <pc:sldMk cId="0" sldId="259"/>
            <ac:picMk id="9" creationId="{D6DF4370-4A97-3D8C-F940-4C8F84BACDA4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2:14.588" v="74" actId="14100"/>
        <pc:sldMkLst>
          <pc:docMk/>
          <pc:sldMk cId="0" sldId="260"/>
        </pc:sldMkLst>
        <pc:spChg chg="mod">
          <ac:chgData name="Saimalavika2005@outlook.com" userId="6fcc40f0fe87376b" providerId="LiveId" clId="{B072D48F-653C-4CB2-94AD-3F8ACA905B1B}" dt="2026-08-17T15:11:33.142" v="66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1:37.141" v="67" actId="14100"/>
          <ac:spMkLst>
            <pc:docMk/>
            <pc:sldMk cId="0" sldId="260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1:39.859" v="68" actId="478"/>
          <ac:spMkLst>
            <pc:docMk/>
            <pc:sldMk cId="0" sldId="260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12:14.588" v="74" actId="14100"/>
          <ac:picMkLst>
            <pc:docMk/>
            <pc:sldMk cId="0" sldId="260"/>
            <ac:picMk id="9" creationId="{BE31E9B0-780C-FDF5-81B9-6C45F1F3D952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3:11.803" v="85" actId="14100"/>
        <pc:sldMkLst>
          <pc:docMk/>
          <pc:sldMk cId="0" sldId="261"/>
        </pc:sldMkLst>
        <pc:spChg chg="mod">
          <ac:chgData name="Saimalavika2005@outlook.com" userId="6fcc40f0fe87376b" providerId="LiveId" clId="{B072D48F-653C-4CB2-94AD-3F8ACA905B1B}" dt="2026-08-17T15:12:24.223" v="76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2:30.245" v="77" actId="14100"/>
          <ac:spMkLst>
            <pc:docMk/>
            <pc:sldMk cId="0" sldId="261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2:34.978" v="78" actId="478"/>
          <ac:spMkLst>
            <pc:docMk/>
            <pc:sldMk cId="0" sldId="261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13:11.803" v="85" actId="14100"/>
          <ac:picMkLst>
            <pc:docMk/>
            <pc:sldMk cId="0" sldId="261"/>
            <ac:picMk id="9" creationId="{28BFF6AE-73A0-FE73-631A-4257C60A837B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4:46.087" v="98" actId="14100"/>
        <pc:sldMkLst>
          <pc:docMk/>
          <pc:sldMk cId="0" sldId="262"/>
        </pc:sldMkLst>
        <pc:spChg chg="mod">
          <ac:chgData name="Saimalavika2005@outlook.com" userId="6fcc40f0fe87376b" providerId="LiveId" clId="{B072D48F-653C-4CB2-94AD-3F8ACA905B1B}" dt="2026-08-17T15:13:25.102" v="87" actId="14100"/>
          <ac:spMkLst>
            <pc:docMk/>
            <pc:sldMk cId="0" sldId="262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3:30.375" v="88" actId="14100"/>
          <ac:spMkLst>
            <pc:docMk/>
            <pc:sldMk cId="0" sldId="262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3:32.722" v="89" actId="478"/>
          <ac:spMkLst>
            <pc:docMk/>
            <pc:sldMk cId="0" sldId="262"/>
            <ac:spMk id="7" creationId="{00000000-0000-0000-0000-000000000000}"/>
          </ac:spMkLst>
        </pc:spChg>
        <pc:picChg chg="add mod modCrop">
          <ac:chgData name="Saimalavika2005@outlook.com" userId="6fcc40f0fe87376b" providerId="LiveId" clId="{B072D48F-653C-4CB2-94AD-3F8ACA905B1B}" dt="2026-08-17T15:14:46.087" v="98" actId="14100"/>
          <ac:picMkLst>
            <pc:docMk/>
            <pc:sldMk cId="0" sldId="262"/>
            <ac:picMk id="9" creationId="{53816E3F-F386-F872-486C-A9302B378BEE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5:54.037" v="112" actId="1076"/>
        <pc:sldMkLst>
          <pc:docMk/>
          <pc:sldMk cId="0" sldId="263"/>
        </pc:sldMkLst>
        <pc:spChg chg="mod">
          <ac:chgData name="Saimalavika2005@outlook.com" userId="6fcc40f0fe87376b" providerId="LiveId" clId="{B072D48F-653C-4CB2-94AD-3F8ACA905B1B}" dt="2026-08-17T15:15:11.170" v="101" actId="14100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5:15.864" v="102" actId="14100"/>
          <ac:spMkLst>
            <pc:docMk/>
            <pc:sldMk cId="0" sldId="263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5:21.928" v="103" actId="478"/>
          <ac:spMkLst>
            <pc:docMk/>
            <pc:sldMk cId="0" sldId="263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15:54.037" v="112" actId="1076"/>
          <ac:picMkLst>
            <pc:docMk/>
            <pc:sldMk cId="0" sldId="263"/>
            <ac:picMk id="9" creationId="{A225A11A-1D12-5226-3C68-E4111DA50F12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17:07.660" v="122" actId="14100"/>
        <pc:sldMkLst>
          <pc:docMk/>
          <pc:sldMk cId="0" sldId="264"/>
        </pc:sldMkLst>
        <pc:spChg chg="mod">
          <ac:chgData name="Saimalavika2005@outlook.com" userId="6fcc40f0fe87376b" providerId="LiveId" clId="{B072D48F-653C-4CB2-94AD-3F8ACA905B1B}" dt="2026-08-17T15:16:04.974" v="113" actId="14100"/>
          <ac:spMkLst>
            <pc:docMk/>
            <pc:sldMk cId="0" sldId="264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6:15.888" v="115" actId="14100"/>
          <ac:spMkLst>
            <pc:docMk/>
            <pc:sldMk cId="0" sldId="264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6:11.912" v="114" actId="478"/>
          <ac:spMkLst>
            <pc:docMk/>
            <pc:sldMk cId="0" sldId="264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17:07.660" v="122" actId="14100"/>
          <ac:picMkLst>
            <pc:docMk/>
            <pc:sldMk cId="0" sldId="264"/>
            <ac:picMk id="9" creationId="{AA86128B-68CD-B1A5-A01A-32D3B93708E3}"/>
          </ac:picMkLst>
        </pc:picChg>
      </pc:sldChg>
      <pc:sldChg chg="delSp modSp mod">
        <pc:chgData name="Saimalavika2005@outlook.com" userId="6fcc40f0fe87376b" providerId="LiveId" clId="{B072D48F-653C-4CB2-94AD-3F8ACA905B1B}" dt="2026-08-17T15:17:36.376" v="128" actId="478"/>
        <pc:sldMkLst>
          <pc:docMk/>
          <pc:sldMk cId="0" sldId="265"/>
        </pc:sldMkLst>
        <pc:spChg chg="mod">
          <ac:chgData name="Saimalavika2005@outlook.com" userId="6fcc40f0fe87376b" providerId="LiveId" clId="{B072D48F-653C-4CB2-94AD-3F8ACA905B1B}" dt="2026-08-17T15:17:22.762" v="125" actId="1076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7:26.197" v="126" actId="14100"/>
          <ac:spMkLst>
            <pc:docMk/>
            <pc:sldMk cId="0" sldId="265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7:32.961" v="127" actId="14100"/>
          <ac:spMkLst>
            <pc:docMk/>
            <pc:sldMk cId="0" sldId="265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7:36.376" v="128" actId="478"/>
          <ac:spMkLst>
            <pc:docMk/>
            <pc:sldMk cId="0" sldId="265"/>
            <ac:spMk id="7" creationId="{00000000-0000-0000-0000-000000000000}"/>
          </ac:spMkLst>
        </pc:spChg>
      </pc:sldChg>
      <pc:sldChg chg="addSp delSp modSp mod">
        <pc:chgData name="Saimalavika2005@outlook.com" userId="6fcc40f0fe87376b" providerId="LiveId" clId="{B072D48F-653C-4CB2-94AD-3F8ACA905B1B}" dt="2026-08-17T15:19:29.236" v="140" actId="732"/>
        <pc:sldMkLst>
          <pc:docMk/>
          <pc:sldMk cId="0" sldId="266"/>
        </pc:sldMkLst>
        <pc:spChg chg="mod">
          <ac:chgData name="Saimalavika2005@outlook.com" userId="6fcc40f0fe87376b" providerId="LiveId" clId="{B072D48F-653C-4CB2-94AD-3F8ACA905B1B}" dt="2026-08-17T15:18:19.692" v="130" actId="14100"/>
          <ac:spMkLst>
            <pc:docMk/>
            <pc:sldMk cId="0" sldId="266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8:24.447" v="131" actId="14100"/>
          <ac:spMkLst>
            <pc:docMk/>
            <pc:sldMk cId="0" sldId="266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18:26.654" v="132" actId="478"/>
          <ac:spMkLst>
            <pc:docMk/>
            <pc:sldMk cId="0" sldId="266"/>
            <ac:spMk id="7" creationId="{00000000-0000-0000-0000-000000000000}"/>
          </ac:spMkLst>
        </pc:spChg>
        <pc:picChg chg="add mod modCrop">
          <ac:chgData name="Saimalavika2005@outlook.com" userId="6fcc40f0fe87376b" providerId="LiveId" clId="{B072D48F-653C-4CB2-94AD-3F8ACA905B1B}" dt="2026-08-17T15:19:29.236" v="140" actId="732"/>
          <ac:picMkLst>
            <pc:docMk/>
            <pc:sldMk cId="0" sldId="266"/>
            <ac:picMk id="9" creationId="{E122DFE1-8F04-F5D0-BB8C-279509B0B92F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20:26.571" v="155" actId="1076"/>
        <pc:sldMkLst>
          <pc:docMk/>
          <pc:sldMk cId="0" sldId="267"/>
        </pc:sldMkLst>
        <pc:spChg chg="mod">
          <ac:chgData name="Saimalavika2005@outlook.com" userId="6fcc40f0fe87376b" providerId="LiveId" clId="{B072D48F-653C-4CB2-94AD-3F8ACA905B1B}" dt="2026-08-17T15:19:43.527" v="142" actId="14100"/>
          <ac:spMkLst>
            <pc:docMk/>
            <pc:sldMk cId="0" sldId="267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19:49.310" v="143" actId="14100"/>
          <ac:spMkLst>
            <pc:docMk/>
            <pc:sldMk cId="0" sldId="267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5:19:55.668" v="145" actId="478"/>
          <ac:spMkLst>
            <pc:docMk/>
            <pc:sldMk cId="0" sldId="267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20:26.571" v="155" actId="1076"/>
          <ac:picMkLst>
            <pc:docMk/>
            <pc:sldMk cId="0" sldId="267"/>
            <ac:picMk id="9" creationId="{FFA8AE93-5F5A-E01E-4E29-3BBCB5E9C0FA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21:17.182" v="166" actId="14100"/>
        <pc:sldMkLst>
          <pc:docMk/>
          <pc:sldMk cId="0" sldId="268"/>
        </pc:sldMkLst>
        <pc:spChg chg="mod">
          <ac:chgData name="Saimalavika2005@outlook.com" userId="6fcc40f0fe87376b" providerId="LiveId" clId="{B072D48F-653C-4CB2-94AD-3F8ACA905B1B}" dt="2026-08-17T15:20:42.883" v="156" actId="14100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20:48.383" v="157" actId="14100"/>
          <ac:spMkLst>
            <pc:docMk/>
            <pc:sldMk cId="0" sldId="268"/>
            <ac:spMk id="6" creationId="{00000000-0000-0000-0000-000000000000}"/>
          </ac:spMkLst>
        </pc:spChg>
        <pc:spChg chg="del mod">
          <ac:chgData name="Saimalavika2005@outlook.com" userId="6fcc40f0fe87376b" providerId="LiveId" clId="{B072D48F-653C-4CB2-94AD-3F8ACA905B1B}" dt="2026-08-17T15:20:52.711" v="159" actId="478"/>
          <ac:spMkLst>
            <pc:docMk/>
            <pc:sldMk cId="0" sldId="268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21:17.182" v="166" actId="14100"/>
          <ac:picMkLst>
            <pc:docMk/>
            <pc:sldMk cId="0" sldId="268"/>
            <ac:picMk id="9" creationId="{1A0305B9-C7DB-DC8F-CA35-EE09845DA87D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28:08.680" v="175" actId="1076"/>
        <pc:sldMkLst>
          <pc:docMk/>
          <pc:sldMk cId="0" sldId="269"/>
        </pc:sldMkLst>
        <pc:spChg chg="mod">
          <ac:chgData name="Saimalavika2005@outlook.com" userId="6fcc40f0fe87376b" providerId="LiveId" clId="{B072D48F-653C-4CB2-94AD-3F8ACA905B1B}" dt="2026-08-17T15:25:19.215" v="169" actId="14100"/>
          <ac:spMkLst>
            <pc:docMk/>
            <pc:sldMk cId="0" sldId="269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25:27.591" v="170" actId="14100"/>
          <ac:spMkLst>
            <pc:docMk/>
            <pc:sldMk cId="0" sldId="269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27:49.364" v="171" actId="478"/>
          <ac:spMkLst>
            <pc:docMk/>
            <pc:sldMk cId="0" sldId="269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28:08.680" v="175" actId="1076"/>
          <ac:picMkLst>
            <pc:docMk/>
            <pc:sldMk cId="0" sldId="269"/>
            <ac:picMk id="9" creationId="{D6664D55-DB86-B7A6-19F7-7D45C32B0711}"/>
          </ac:picMkLst>
        </pc:picChg>
      </pc:sldChg>
      <pc:sldChg chg="addSp delSp modSp mod">
        <pc:chgData name="Saimalavika2005@outlook.com" userId="6fcc40f0fe87376b" providerId="LiveId" clId="{B072D48F-653C-4CB2-94AD-3F8ACA905B1B}" dt="2026-08-17T15:28:52.669" v="187" actId="14100"/>
        <pc:sldMkLst>
          <pc:docMk/>
          <pc:sldMk cId="0" sldId="270"/>
        </pc:sldMkLst>
        <pc:spChg chg="mod">
          <ac:chgData name="Saimalavika2005@outlook.com" userId="6fcc40f0fe87376b" providerId="LiveId" clId="{B072D48F-653C-4CB2-94AD-3F8ACA905B1B}" dt="2026-08-17T15:28:18.627" v="176" actId="14100"/>
          <ac:spMkLst>
            <pc:docMk/>
            <pc:sldMk cId="0" sldId="270"/>
            <ac:spMk id="5" creationId="{00000000-0000-0000-0000-000000000000}"/>
          </ac:spMkLst>
        </pc:spChg>
        <pc:spChg chg="mod">
          <ac:chgData name="Saimalavika2005@outlook.com" userId="6fcc40f0fe87376b" providerId="LiveId" clId="{B072D48F-653C-4CB2-94AD-3F8ACA905B1B}" dt="2026-08-17T15:28:25.315" v="177" actId="14100"/>
          <ac:spMkLst>
            <pc:docMk/>
            <pc:sldMk cId="0" sldId="270"/>
            <ac:spMk id="6" creationId="{00000000-0000-0000-0000-000000000000}"/>
          </ac:spMkLst>
        </pc:spChg>
        <pc:spChg chg="del">
          <ac:chgData name="Saimalavika2005@outlook.com" userId="6fcc40f0fe87376b" providerId="LiveId" clId="{B072D48F-653C-4CB2-94AD-3F8ACA905B1B}" dt="2026-08-17T15:28:27.453" v="178" actId="478"/>
          <ac:spMkLst>
            <pc:docMk/>
            <pc:sldMk cId="0" sldId="270"/>
            <ac:spMk id="7" creationId="{00000000-0000-0000-0000-000000000000}"/>
          </ac:spMkLst>
        </pc:spChg>
        <pc:picChg chg="add mod">
          <ac:chgData name="Saimalavika2005@outlook.com" userId="6fcc40f0fe87376b" providerId="LiveId" clId="{B072D48F-653C-4CB2-94AD-3F8ACA905B1B}" dt="2026-08-17T15:28:52.669" v="187" actId="14100"/>
          <ac:picMkLst>
            <pc:docMk/>
            <pc:sldMk cId="0" sldId="270"/>
            <ac:picMk id="9" creationId="{01E1FA61-20BC-91F2-A391-5B0350D784C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4312428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60258" y="1325880"/>
            <a:ext cx="6169742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>
              <a:rPr dirty="0"/>
            </a:br>
            <a:br>
              <a:rPr dirty="0"/>
            </a:br>
            <a:br>
              <a:rPr dirty="0"/>
            </a:br>
            <a:r>
              <a:rPr dirty="0"/>
              <a:t>📸 [INSERT SCREENSHOT HERE: Lumina Reserve App Logo &amp; Hero Homepage]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0C15E3-B683-7DC9-2AEA-9516DC0C6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232" y="1821671"/>
            <a:ext cx="5722374" cy="39918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418460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93110" y="1645920"/>
            <a:ext cx="6367065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9A62BB-E65A-89BC-DFDA-ECF5B44B6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16" y="2202426"/>
            <a:ext cx="5708652" cy="35789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105951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3446" y="1645920"/>
            <a:ext cx="6386730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A6551C-AEBF-0985-2182-957E9AD5B0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36"/>
          <a:stretch>
            <a:fillRect/>
          </a:stretch>
        </p:blipFill>
        <p:spPr>
          <a:xfrm>
            <a:off x="5205035" y="2340077"/>
            <a:ext cx="6123551" cy="3470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4009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79924" y="1645920"/>
            <a:ext cx="6180252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DF4370-4A97-3D8C-F940-4C8F84BAC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223" y="1949330"/>
            <a:ext cx="5295653" cy="4148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568067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Sign In Tab: Auto-trims email inputs and validates </a:t>
            </a:r>
            <a:r>
              <a:rPr dirty="0" err="1"/>
              <a:t>bcrypt</a:t>
            </a:r>
            <a:r>
              <a:rPr dirty="0"/>
              <a:t>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rPr dirty="0"/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7910" y="1645920"/>
            <a:ext cx="6062265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E31E9B0-780C-FDF5-81B9-6C45F1F3D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052" y="2133600"/>
            <a:ext cx="5683045" cy="36969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443041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9420" y="1645920"/>
            <a:ext cx="6150756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BFF6AE-73A0-FE73-631A-4257C60A8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568" y="2123768"/>
            <a:ext cx="5771535" cy="37460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64672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25730" y="1645920"/>
            <a:ext cx="5934446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816E3F-F386-F872-486C-A9302B378B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02"/>
          <a:stretch>
            <a:fillRect/>
          </a:stretch>
        </p:blipFill>
        <p:spPr>
          <a:xfrm>
            <a:off x="6302477" y="1895807"/>
            <a:ext cx="4454013" cy="43280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645920"/>
            <a:ext cx="47057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55226" y="1645920"/>
            <a:ext cx="5904949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25A11A-1D12-5226-3C68-E4111DA50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050" y="1974886"/>
            <a:ext cx="3726426" cy="42714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636893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5562" y="1645920"/>
            <a:ext cx="5924614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6128B-68CD-B1A5-A01A-32D3B9370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374" y="2507226"/>
            <a:ext cx="5515897" cy="293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51890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7574" y="1645920"/>
            <a:ext cx="6042601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60739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96232" y="1645920"/>
            <a:ext cx="5963943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22DFE1-8F04-F5D0-BB8C-279509B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97" r="2685" b="3864"/>
          <a:stretch>
            <a:fillRect/>
          </a:stretch>
        </p:blipFill>
        <p:spPr>
          <a:xfrm>
            <a:off x="5801031" y="2268206"/>
            <a:ext cx="5230763" cy="34246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rPr dirty="0"/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rPr dirty="0"/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rPr dirty="0"/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057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45394" y="1645920"/>
            <a:ext cx="5914781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A8AE93-5F5A-E01E-4E29-3BBCB5E9C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584" y="2268302"/>
            <a:ext cx="5486400" cy="35101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25383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55226" y="1645920"/>
            <a:ext cx="5904949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305B9-C7DB-DC8F-CA35-EE09845DA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866" y="2182761"/>
            <a:ext cx="5567668" cy="37657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813874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3548" y="1645920"/>
            <a:ext cx="5806627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664D55-DB86-B7A6-19F7-7D45C32B0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936" y="2018067"/>
            <a:ext cx="5191850" cy="40105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15551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45394" y="1645920"/>
            <a:ext cx="5914781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E1FA61-20BC-91F2-A391-5B0350D78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852" y="2155231"/>
            <a:ext cx="5132438" cy="373625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r>
              <a:t>📷 SCREENSHOT INSERTION FRAME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r>
              <a:t>📷 SCREENSHOT INSERTION FRAME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25880"/>
            <a:ext cx="493776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1211</Words>
  <Application>Microsoft Office PowerPoint</Application>
  <PresentationFormat>Widescreen</PresentationFormat>
  <Paragraphs>135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Saimalavika2005@outlook.com</cp:lastModifiedBy>
  <cp:revision>1</cp:revision>
  <dcterms:created xsi:type="dcterms:W3CDTF">2013-01-27T09:14:16Z</dcterms:created>
  <dcterms:modified xsi:type="dcterms:W3CDTF">2026-08-17T15:28:59Z</dcterms:modified>
  <cp:category/>
</cp:coreProperties>
</file>