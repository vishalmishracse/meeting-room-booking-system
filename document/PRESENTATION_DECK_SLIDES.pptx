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imalavika2005@outlook.com" userId="6fcc40f0fe87376b" providerId="LiveId" clId="{B072D48F-653C-4CB2-94AD-3F8ACA905B1B}"/>
    <pc:docChg chg="undo custSel addSld delSld modSld">
      <pc:chgData name="Saimalavika2005@outlook.com" userId="6fcc40f0fe87376b" providerId="LiveId" clId="{B072D48F-653C-4CB2-94AD-3F8ACA905B1B}" dt="2026-08-17T14:47:32.368" v="189" actId="14100"/>
      <pc:docMkLst>
        <pc:docMk/>
      </pc:docMkLst>
      <pc:sldChg chg="addSp delSp modSp mod">
        <pc:chgData name="Saimalavika2005@outlook.com" userId="6fcc40f0fe87376b" providerId="LiveId" clId="{B072D48F-653C-4CB2-94AD-3F8ACA905B1B}" dt="2026-08-17T14:24:51.729" v="14" actId="478"/>
        <pc:sldMkLst>
          <pc:docMk/>
          <pc:sldMk cId="0" sldId="256"/>
        </pc:sldMkLst>
        <pc:spChg chg="mod">
          <ac:chgData name="Saimalavika2005@outlook.com" userId="6fcc40f0fe87376b" providerId="LiveId" clId="{B072D48F-653C-4CB2-94AD-3F8ACA905B1B}" dt="2026-08-17T14:24:28.284" v="12" actId="1036"/>
          <ac:spMkLst>
            <pc:docMk/>
            <pc:sldMk cId="0" sldId="256"/>
            <ac:spMk id="2" creationId="{00000000-0000-0000-0000-000000000000}"/>
          </ac:spMkLst>
        </pc:spChg>
        <pc:spChg chg="del mod">
          <ac:chgData name="Saimalavika2005@outlook.com" userId="6fcc40f0fe87376b" providerId="LiveId" clId="{B072D48F-653C-4CB2-94AD-3F8ACA905B1B}" dt="2026-08-17T14:24:51.729" v="14" actId="478"/>
          <ac:spMkLst>
            <pc:docMk/>
            <pc:sldMk cId="0" sldId="256"/>
            <ac:spMk id="4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4:22:42.400" v="0" actId="14100"/>
          <ac:spMkLst>
            <pc:docMk/>
            <pc:sldMk cId="0" sldId="256"/>
            <ac:spMk id="5" creationId="{00000000-0000-0000-0000-000000000000}"/>
          </ac:spMkLst>
        </pc:spChg>
        <pc:spChg chg="add del mod">
          <ac:chgData name="Saimalavika2005@outlook.com" userId="6fcc40f0fe87376b" providerId="LiveId" clId="{B072D48F-653C-4CB2-94AD-3F8ACA905B1B}" dt="2026-08-17T14:22:56.176" v="4" actId="478"/>
          <ac:spMkLst>
            <pc:docMk/>
            <pc:sldMk cId="0" sldId="256"/>
            <ac:spMk id="6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4:24:22.397" v="11" actId="14100"/>
          <ac:picMkLst>
            <pc:docMk/>
            <pc:sldMk cId="0" sldId="256"/>
            <ac:picMk id="8" creationId="{5EF61963-33CB-EB93-FA7F-048FF994C97D}"/>
          </ac:picMkLst>
        </pc:picChg>
      </pc:sldChg>
      <pc:sldChg chg="addSp delSp modSp mod">
        <pc:chgData name="Saimalavika2005@outlook.com" userId="6fcc40f0fe87376b" providerId="LiveId" clId="{B072D48F-653C-4CB2-94AD-3F8ACA905B1B}" dt="2026-08-17T14:26:06.255" v="26" actId="14100"/>
        <pc:sldMkLst>
          <pc:docMk/>
          <pc:sldMk cId="0" sldId="257"/>
        </pc:sldMkLst>
        <pc:spChg chg="mod">
          <ac:chgData name="Saimalavika2005@outlook.com" userId="6fcc40f0fe87376b" providerId="LiveId" clId="{B072D48F-653C-4CB2-94AD-3F8ACA905B1B}" dt="2026-08-17T14:25:14.847" v="16" actId="14100"/>
          <ac:spMkLst>
            <pc:docMk/>
            <pc:sldMk cId="0" sldId="257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4:25:25.954" v="17" actId="14100"/>
          <ac:spMkLst>
            <pc:docMk/>
            <pc:sldMk cId="0" sldId="257"/>
            <ac:spMk id="6" creationId="{00000000-0000-0000-0000-000000000000}"/>
          </ac:spMkLst>
        </pc:spChg>
        <pc:spChg chg="del mod">
          <ac:chgData name="Saimalavika2005@outlook.com" userId="6fcc40f0fe87376b" providerId="LiveId" clId="{B072D48F-653C-4CB2-94AD-3F8ACA905B1B}" dt="2026-08-17T14:25:32.087" v="19" actId="478"/>
          <ac:spMkLst>
            <pc:docMk/>
            <pc:sldMk cId="0" sldId="257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4:26:06.255" v="26" actId="14100"/>
          <ac:picMkLst>
            <pc:docMk/>
            <pc:sldMk cId="0" sldId="257"/>
            <ac:picMk id="9" creationId="{DAC6F162-CDF1-6000-F549-39F935F2E793}"/>
          </ac:picMkLst>
        </pc:picChg>
      </pc:sldChg>
      <pc:sldChg chg="addSp delSp modSp mod">
        <pc:chgData name="Saimalavika2005@outlook.com" userId="6fcc40f0fe87376b" providerId="LiveId" clId="{B072D48F-653C-4CB2-94AD-3F8ACA905B1B}" dt="2026-08-17T14:28:16.641" v="38" actId="732"/>
        <pc:sldMkLst>
          <pc:docMk/>
          <pc:sldMk cId="0" sldId="258"/>
        </pc:sldMkLst>
        <pc:spChg chg="mod">
          <ac:chgData name="Saimalavika2005@outlook.com" userId="6fcc40f0fe87376b" providerId="LiveId" clId="{B072D48F-653C-4CB2-94AD-3F8ACA905B1B}" dt="2026-08-17T14:26:24.180" v="28" actId="14100"/>
          <ac:spMkLst>
            <pc:docMk/>
            <pc:sldMk cId="0" sldId="258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4:26:36.184" v="31" actId="14100"/>
          <ac:spMkLst>
            <pc:docMk/>
            <pc:sldMk cId="0" sldId="258"/>
            <ac:spMk id="6" creationId="{00000000-0000-0000-0000-000000000000}"/>
          </ac:spMkLst>
        </pc:spChg>
        <pc:spChg chg="del mod">
          <ac:chgData name="Saimalavika2005@outlook.com" userId="6fcc40f0fe87376b" providerId="LiveId" clId="{B072D48F-653C-4CB2-94AD-3F8ACA905B1B}" dt="2026-08-17T14:26:29.753" v="30" actId="478"/>
          <ac:spMkLst>
            <pc:docMk/>
            <pc:sldMk cId="0" sldId="258"/>
            <ac:spMk id="7" creationId="{00000000-0000-0000-0000-000000000000}"/>
          </ac:spMkLst>
        </pc:spChg>
        <pc:picChg chg="add mod modCrop">
          <ac:chgData name="Saimalavika2005@outlook.com" userId="6fcc40f0fe87376b" providerId="LiveId" clId="{B072D48F-653C-4CB2-94AD-3F8ACA905B1B}" dt="2026-08-17T14:28:16.641" v="38" actId="732"/>
          <ac:picMkLst>
            <pc:docMk/>
            <pc:sldMk cId="0" sldId="258"/>
            <ac:picMk id="9" creationId="{A10E2CC9-E887-6A87-45DA-3973766B875D}"/>
          </ac:picMkLst>
        </pc:picChg>
      </pc:sldChg>
      <pc:sldChg chg="addSp delSp modSp mod">
        <pc:chgData name="Saimalavika2005@outlook.com" userId="6fcc40f0fe87376b" providerId="LiveId" clId="{B072D48F-653C-4CB2-94AD-3F8ACA905B1B}" dt="2026-08-17T14:32:57.132" v="84" actId="14100"/>
        <pc:sldMkLst>
          <pc:docMk/>
          <pc:sldMk cId="0" sldId="259"/>
        </pc:sldMkLst>
        <pc:spChg chg="mod">
          <ac:chgData name="Saimalavika2005@outlook.com" userId="6fcc40f0fe87376b" providerId="LiveId" clId="{B072D48F-653C-4CB2-94AD-3F8ACA905B1B}" dt="2026-08-17T14:28:33.904" v="40" actId="14100"/>
          <ac:spMkLst>
            <pc:docMk/>
            <pc:sldMk cId="0" sldId="259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4:32:30.917" v="77" actId="14100"/>
          <ac:spMkLst>
            <pc:docMk/>
            <pc:sldMk cId="0" sldId="259"/>
            <ac:spMk id="6" creationId="{00000000-0000-0000-0000-000000000000}"/>
          </ac:spMkLst>
        </pc:spChg>
        <pc:spChg chg="add del">
          <ac:chgData name="Saimalavika2005@outlook.com" userId="6fcc40f0fe87376b" providerId="LiveId" clId="{B072D48F-653C-4CB2-94AD-3F8ACA905B1B}" dt="2026-08-17T14:32:32.550" v="78" actId="478"/>
          <ac:spMkLst>
            <pc:docMk/>
            <pc:sldMk cId="0" sldId="259"/>
            <ac:spMk id="7" creationId="{00000000-0000-0000-0000-000000000000}"/>
          </ac:spMkLst>
        </pc:spChg>
        <pc:picChg chg="add del mod">
          <ac:chgData name="Saimalavika2005@outlook.com" userId="6fcc40f0fe87376b" providerId="LiveId" clId="{B072D48F-653C-4CB2-94AD-3F8ACA905B1B}" dt="2026-08-17T14:32:14.261" v="74" actId="931"/>
          <ac:picMkLst>
            <pc:docMk/>
            <pc:sldMk cId="0" sldId="259"/>
            <ac:picMk id="9" creationId="{EF945D7E-4FED-79A0-D4EA-F73E5717E475}"/>
          </ac:picMkLst>
        </pc:picChg>
        <pc:picChg chg="add mod">
          <ac:chgData name="Saimalavika2005@outlook.com" userId="6fcc40f0fe87376b" providerId="LiveId" clId="{B072D48F-653C-4CB2-94AD-3F8ACA905B1B}" dt="2026-08-17T14:32:57.132" v="84" actId="14100"/>
          <ac:picMkLst>
            <pc:docMk/>
            <pc:sldMk cId="0" sldId="259"/>
            <ac:picMk id="11" creationId="{A3FAA9DB-B71C-0242-ABF1-1E5B7FB1BC38}"/>
          </ac:picMkLst>
        </pc:picChg>
      </pc:sldChg>
      <pc:sldChg chg="addSp delSp modSp mod">
        <pc:chgData name="Saimalavika2005@outlook.com" userId="6fcc40f0fe87376b" providerId="LiveId" clId="{B072D48F-653C-4CB2-94AD-3F8ACA905B1B}" dt="2026-08-17T14:34:17.313" v="96" actId="14100"/>
        <pc:sldMkLst>
          <pc:docMk/>
          <pc:sldMk cId="0" sldId="260"/>
        </pc:sldMkLst>
        <pc:spChg chg="mod">
          <ac:chgData name="Saimalavika2005@outlook.com" userId="6fcc40f0fe87376b" providerId="LiveId" clId="{B072D48F-653C-4CB2-94AD-3F8ACA905B1B}" dt="2026-08-17T14:33:14.281" v="86" actId="14100"/>
          <ac:spMkLst>
            <pc:docMk/>
            <pc:sldMk cId="0" sldId="260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4:33:23.077" v="87" actId="14100"/>
          <ac:spMkLst>
            <pc:docMk/>
            <pc:sldMk cId="0" sldId="260"/>
            <ac:spMk id="6" creationId="{00000000-0000-0000-0000-000000000000}"/>
          </ac:spMkLst>
        </pc:spChg>
        <pc:spChg chg="add del">
          <ac:chgData name="Saimalavika2005@outlook.com" userId="6fcc40f0fe87376b" providerId="LiveId" clId="{B072D48F-653C-4CB2-94AD-3F8ACA905B1B}" dt="2026-08-17T14:33:29.408" v="88" actId="478"/>
          <ac:spMkLst>
            <pc:docMk/>
            <pc:sldMk cId="0" sldId="260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4:34:17.313" v="96" actId="14100"/>
          <ac:picMkLst>
            <pc:docMk/>
            <pc:sldMk cId="0" sldId="260"/>
            <ac:picMk id="9" creationId="{A4908E5F-827F-12A9-1F51-88D67C04AAF5}"/>
          </ac:picMkLst>
        </pc:picChg>
      </pc:sldChg>
      <pc:sldChg chg="addSp delSp modSp mod">
        <pc:chgData name="Saimalavika2005@outlook.com" userId="6fcc40f0fe87376b" providerId="LiveId" clId="{B072D48F-653C-4CB2-94AD-3F8ACA905B1B}" dt="2026-08-17T14:35:17.309" v="107" actId="14100"/>
        <pc:sldMkLst>
          <pc:docMk/>
          <pc:sldMk cId="0" sldId="261"/>
        </pc:sldMkLst>
        <pc:spChg chg="mod">
          <ac:chgData name="Saimalavika2005@outlook.com" userId="6fcc40f0fe87376b" providerId="LiveId" clId="{B072D48F-653C-4CB2-94AD-3F8ACA905B1B}" dt="2026-08-17T14:34:32.919" v="98" actId="14100"/>
          <ac:spMkLst>
            <pc:docMk/>
            <pc:sldMk cId="0" sldId="261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4:34:38.689" v="99" actId="14100"/>
          <ac:spMkLst>
            <pc:docMk/>
            <pc:sldMk cId="0" sldId="261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4:34:48.767" v="100" actId="478"/>
          <ac:spMkLst>
            <pc:docMk/>
            <pc:sldMk cId="0" sldId="261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4:35:17.309" v="107" actId="14100"/>
          <ac:picMkLst>
            <pc:docMk/>
            <pc:sldMk cId="0" sldId="261"/>
            <ac:picMk id="9" creationId="{F831F723-62F6-36F4-19E9-0AA5144F4C21}"/>
          </ac:picMkLst>
        </pc:picChg>
      </pc:sldChg>
      <pc:sldChg chg="addSp delSp modSp mod">
        <pc:chgData name="Saimalavika2005@outlook.com" userId="6fcc40f0fe87376b" providerId="LiveId" clId="{B072D48F-653C-4CB2-94AD-3F8ACA905B1B}" dt="2026-08-17T14:37:30.943" v="117" actId="1076"/>
        <pc:sldMkLst>
          <pc:docMk/>
          <pc:sldMk cId="0" sldId="262"/>
        </pc:sldMkLst>
        <pc:spChg chg="mod">
          <ac:chgData name="Saimalavika2005@outlook.com" userId="6fcc40f0fe87376b" providerId="LiveId" clId="{B072D48F-653C-4CB2-94AD-3F8ACA905B1B}" dt="2026-08-17T14:35:34.319" v="108" actId="14100"/>
          <ac:spMkLst>
            <pc:docMk/>
            <pc:sldMk cId="0" sldId="262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4:35:41.387" v="109" actId="14100"/>
          <ac:spMkLst>
            <pc:docMk/>
            <pc:sldMk cId="0" sldId="262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4:35:44.659" v="110" actId="478"/>
          <ac:spMkLst>
            <pc:docMk/>
            <pc:sldMk cId="0" sldId="262"/>
            <ac:spMk id="7" creationId="{00000000-0000-0000-0000-000000000000}"/>
          </ac:spMkLst>
        </pc:spChg>
        <pc:picChg chg="add mod modCrop">
          <ac:chgData name="Saimalavika2005@outlook.com" userId="6fcc40f0fe87376b" providerId="LiveId" clId="{B072D48F-653C-4CB2-94AD-3F8ACA905B1B}" dt="2026-08-17T14:37:30.943" v="117" actId="1076"/>
          <ac:picMkLst>
            <pc:docMk/>
            <pc:sldMk cId="0" sldId="262"/>
            <ac:picMk id="9" creationId="{F988D3C4-6BA1-E77D-00DF-4973980872C4}"/>
          </ac:picMkLst>
        </pc:picChg>
      </pc:sldChg>
      <pc:sldChg chg="addSp delSp modSp mod">
        <pc:chgData name="Saimalavika2005@outlook.com" userId="6fcc40f0fe87376b" providerId="LiveId" clId="{B072D48F-653C-4CB2-94AD-3F8ACA905B1B}" dt="2026-08-17T14:41:11.901" v="131" actId="1076"/>
        <pc:sldMkLst>
          <pc:docMk/>
          <pc:sldMk cId="0" sldId="263"/>
        </pc:sldMkLst>
        <pc:spChg chg="mod">
          <ac:chgData name="Saimalavika2005@outlook.com" userId="6fcc40f0fe87376b" providerId="LiveId" clId="{B072D48F-653C-4CB2-94AD-3F8ACA905B1B}" dt="2026-08-17T14:40:23.025" v="121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4:40:55.508" v="126" actId="14100"/>
          <ac:spMkLst>
            <pc:docMk/>
            <pc:sldMk cId="0" sldId="263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4:40:59.262" v="127" actId="14100"/>
          <ac:spMkLst>
            <pc:docMk/>
            <pc:sldMk cId="0" sldId="263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4:40:08.657" v="119" actId="478"/>
          <ac:spMkLst>
            <pc:docMk/>
            <pc:sldMk cId="0" sldId="263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4:41:11.901" v="131" actId="1076"/>
          <ac:picMkLst>
            <pc:docMk/>
            <pc:sldMk cId="0" sldId="263"/>
            <ac:picMk id="9" creationId="{FCD46FDE-DE2E-2C58-A759-FB842293CCEB}"/>
          </ac:picMkLst>
        </pc:picChg>
      </pc:sldChg>
      <pc:sldChg chg="addSp delSp modSp mod">
        <pc:chgData name="Saimalavika2005@outlook.com" userId="6fcc40f0fe87376b" providerId="LiveId" clId="{B072D48F-653C-4CB2-94AD-3F8ACA905B1B}" dt="2026-08-17T14:42:45.245" v="147" actId="14100"/>
        <pc:sldMkLst>
          <pc:docMk/>
          <pc:sldMk cId="0" sldId="264"/>
        </pc:sldMkLst>
        <pc:spChg chg="mod">
          <ac:chgData name="Saimalavika2005@outlook.com" userId="6fcc40f0fe87376b" providerId="LiveId" clId="{B072D48F-653C-4CB2-94AD-3F8ACA905B1B}" dt="2026-08-17T14:41:59.856" v="133" actId="14100"/>
          <ac:spMkLst>
            <pc:docMk/>
            <pc:sldMk cId="0" sldId="264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4:42:11.359" v="139" actId="14100"/>
          <ac:spMkLst>
            <pc:docMk/>
            <pc:sldMk cId="0" sldId="264"/>
            <ac:spMk id="6" creationId="{00000000-0000-0000-0000-000000000000}"/>
          </ac:spMkLst>
        </pc:spChg>
        <pc:spChg chg="del mod">
          <ac:chgData name="Saimalavika2005@outlook.com" userId="6fcc40f0fe87376b" providerId="LiveId" clId="{B072D48F-653C-4CB2-94AD-3F8ACA905B1B}" dt="2026-08-17T14:42:04.479" v="136" actId="478"/>
          <ac:spMkLst>
            <pc:docMk/>
            <pc:sldMk cId="0" sldId="264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4:42:45.245" v="147" actId="14100"/>
          <ac:picMkLst>
            <pc:docMk/>
            <pc:sldMk cId="0" sldId="264"/>
            <ac:picMk id="9" creationId="{4530877D-9C0B-F80A-3AC0-53119E655FE0}"/>
          </ac:picMkLst>
        </pc:picChg>
      </pc:sldChg>
      <pc:sldChg chg="addSp delSp modSp mod">
        <pc:chgData name="Saimalavika2005@outlook.com" userId="6fcc40f0fe87376b" providerId="LiveId" clId="{B072D48F-653C-4CB2-94AD-3F8ACA905B1B}" dt="2026-08-17T14:44:08.146" v="151" actId="931"/>
        <pc:sldMkLst>
          <pc:docMk/>
          <pc:sldMk cId="0" sldId="265"/>
        </pc:sldMkLst>
        <pc:spChg chg="mod">
          <ac:chgData name="Saimalavika2005@outlook.com" userId="6fcc40f0fe87376b" providerId="LiveId" clId="{B072D48F-653C-4CB2-94AD-3F8ACA905B1B}" dt="2026-08-17T14:43:42.388" v="149" actId="14100"/>
          <ac:spMkLst>
            <pc:docMk/>
            <pc:sldMk cId="0" sldId="265"/>
            <ac:spMk id="5" creationId="{00000000-0000-0000-0000-000000000000}"/>
          </ac:spMkLst>
        </pc:spChg>
        <pc:picChg chg="add del mod">
          <ac:chgData name="Saimalavika2005@outlook.com" userId="6fcc40f0fe87376b" providerId="LiveId" clId="{B072D48F-653C-4CB2-94AD-3F8ACA905B1B}" dt="2026-08-17T14:44:08.146" v="151" actId="931"/>
          <ac:picMkLst>
            <pc:docMk/>
            <pc:sldMk cId="0" sldId="265"/>
            <ac:picMk id="9" creationId="{ABE89728-C811-EFBD-5101-40EFBEB31DE3}"/>
          </ac:picMkLst>
        </pc:picChg>
      </pc:sldChg>
      <pc:sldChg chg="addSp delSp modSp mod">
        <pc:chgData name="Saimalavika2005@outlook.com" userId="6fcc40f0fe87376b" providerId="LiveId" clId="{B072D48F-653C-4CB2-94AD-3F8ACA905B1B}" dt="2026-08-17T14:45:24.198" v="164" actId="14100"/>
        <pc:sldMkLst>
          <pc:docMk/>
          <pc:sldMk cId="0" sldId="266"/>
        </pc:sldMkLst>
        <pc:spChg chg="mod">
          <ac:chgData name="Saimalavika2005@outlook.com" userId="6fcc40f0fe87376b" providerId="LiveId" clId="{B072D48F-653C-4CB2-94AD-3F8ACA905B1B}" dt="2026-08-17T14:44:19.192" v="152" actId="14100"/>
          <ac:spMkLst>
            <pc:docMk/>
            <pc:sldMk cId="0" sldId="266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4:44:28.334" v="153" actId="14100"/>
          <ac:spMkLst>
            <pc:docMk/>
            <pc:sldMk cId="0" sldId="266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4:44:31.966" v="154" actId="478"/>
          <ac:spMkLst>
            <pc:docMk/>
            <pc:sldMk cId="0" sldId="266"/>
            <ac:spMk id="7" creationId="{00000000-0000-0000-0000-000000000000}"/>
          </ac:spMkLst>
        </pc:spChg>
        <pc:picChg chg="add mod modCrop">
          <ac:chgData name="Saimalavika2005@outlook.com" userId="6fcc40f0fe87376b" providerId="LiveId" clId="{B072D48F-653C-4CB2-94AD-3F8ACA905B1B}" dt="2026-08-17T14:45:24.198" v="164" actId="14100"/>
          <ac:picMkLst>
            <pc:docMk/>
            <pc:sldMk cId="0" sldId="266"/>
            <ac:picMk id="9" creationId="{837A7EA3-B248-4A1C-68CA-815BF6A935B8}"/>
          </ac:picMkLst>
        </pc:picChg>
      </pc:sldChg>
      <pc:sldChg chg="addSp delSp modSp mod">
        <pc:chgData name="Saimalavika2005@outlook.com" userId="6fcc40f0fe87376b" providerId="LiveId" clId="{B072D48F-653C-4CB2-94AD-3F8ACA905B1B}" dt="2026-08-17T14:46:34.827" v="179" actId="1076"/>
        <pc:sldMkLst>
          <pc:docMk/>
          <pc:sldMk cId="0" sldId="267"/>
        </pc:sldMkLst>
        <pc:spChg chg="mod">
          <ac:chgData name="Saimalavika2005@outlook.com" userId="6fcc40f0fe87376b" providerId="LiveId" clId="{B072D48F-653C-4CB2-94AD-3F8ACA905B1B}" dt="2026-08-17T14:45:40.240" v="166" actId="1076"/>
          <ac:spMkLst>
            <pc:docMk/>
            <pc:sldMk cId="0" sldId="267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4:45:50.486" v="168" actId="14100"/>
          <ac:spMkLst>
            <pc:docMk/>
            <pc:sldMk cId="0" sldId="267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4:45:46.166" v="167" actId="478"/>
          <ac:spMkLst>
            <pc:docMk/>
            <pc:sldMk cId="0" sldId="267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4:46:34.827" v="179" actId="1076"/>
          <ac:picMkLst>
            <pc:docMk/>
            <pc:sldMk cId="0" sldId="267"/>
            <ac:picMk id="9" creationId="{68A1E83F-EF44-B3F0-296F-41BE8DF88AD0}"/>
          </ac:picMkLst>
        </pc:picChg>
      </pc:sldChg>
      <pc:sldChg chg="addSp delSp modSp mod">
        <pc:chgData name="Saimalavika2005@outlook.com" userId="6fcc40f0fe87376b" providerId="LiveId" clId="{B072D48F-653C-4CB2-94AD-3F8ACA905B1B}" dt="2026-08-17T14:47:32.368" v="189" actId="14100"/>
        <pc:sldMkLst>
          <pc:docMk/>
          <pc:sldMk cId="0" sldId="268"/>
        </pc:sldMkLst>
        <pc:spChg chg="mod">
          <ac:chgData name="Saimalavika2005@outlook.com" userId="6fcc40f0fe87376b" providerId="LiveId" clId="{B072D48F-653C-4CB2-94AD-3F8ACA905B1B}" dt="2026-08-17T14:46:56.715" v="181" actId="14100"/>
          <ac:spMkLst>
            <pc:docMk/>
            <pc:sldMk cId="0" sldId="268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4:47:03.951" v="182" actId="14100"/>
          <ac:spMkLst>
            <pc:docMk/>
            <pc:sldMk cId="0" sldId="268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4:47:06.008" v="183" actId="478"/>
          <ac:spMkLst>
            <pc:docMk/>
            <pc:sldMk cId="0" sldId="268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4:47:32.368" v="189" actId="14100"/>
          <ac:picMkLst>
            <pc:docMk/>
            <pc:sldMk cId="0" sldId="268"/>
            <ac:picMk id="9" creationId="{DA961525-23FE-6F0E-9E2A-6596398C02CB}"/>
          </ac:picMkLst>
        </pc:picChg>
      </pc:sldChg>
      <pc:sldChg chg="new del">
        <pc:chgData name="Saimalavika2005@outlook.com" userId="6fcc40f0fe87376b" providerId="LiveId" clId="{B072D48F-653C-4CB2-94AD-3F8ACA905B1B}" dt="2026-08-17T14:30:19.113" v="59" actId="680"/>
        <pc:sldMkLst>
          <pc:docMk/>
          <pc:sldMk cId="1697489935" sldId="27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832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4371422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Lumina Reserve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Corporate Spatial Management &amp; Meeting Room Reservation Suite</a:t>
            </a:r>
          </a:p>
          <a:p>
            <a:br/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Database Engine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 Window Engine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Multi-Channel Automated WhatsApp (Green API) &amp; Gmail Calendar Emailing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79923" y="1325880"/>
            <a:ext cx="6150077" cy="49834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>
              <a:rPr dirty="0"/>
            </a:br>
            <a:br>
              <a:rPr dirty="0"/>
            </a:br>
            <a:br>
              <a:rPr dirty="0"/>
            </a:br>
            <a:r>
              <a:rPr dirty="0"/>
              <a:t>📸 [INSERT SCREENSHOT HERE: Lumina Reserve App Logo &amp; Hero Homepage]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F61963-33CB-EB93-FA7F-048FF994C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936" y="2212258"/>
            <a:ext cx="5610006" cy="33198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PROBLEM STATEMENT &amp; IMPACT ] — SLIDE 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Executive Problem Statement &amp; Business Impact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Office Scheduling Conflicts &amp;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1" y="1645920"/>
            <a:ext cx="451890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Meeting room double-bookings cause meeting delays and friction.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Managers tied up in manual approval queues.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Solution: Real-time slot locking with zero conflicts guaranteed.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Business Impact: 100% elimination of room scheduling collisions.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76568" y="1645920"/>
            <a:ext cx="5983607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C6F162-CDF1-6000-F549-39F935F2E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6979" y="2251587"/>
            <a:ext cx="5478227" cy="33036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SYSTEM ARCHITECTURE ] — SLIDE 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Non-Technical System Architecture Overview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Lightweight, High-Performance 3-Tier Enterprise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440248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Presentation Layer: Interactive Web UI built with Next.js &amp; React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Database Layer: MySQL 8.0 with InnoDB Storage Engine for data security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Messaging Layer: Real Gmail SMTP Mailer &amp; Green API WhatsApp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88078" y="1645920"/>
            <a:ext cx="6072098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10E2CC9-E887-6A87-45DA-3973766B87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14"/>
          <a:stretch>
            <a:fillRect/>
          </a:stretch>
        </p:blipFill>
        <p:spPr>
          <a:xfrm>
            <a:off x="5582429" y="2251587"/>
            <a:ext cx="5606681" cy="35101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DATABASE MODEL ] — SLIDE 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MySQL Relational Schema &amp; Workbench EER Diagram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12 Interconnected SQL Tables Linked via Foreign 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450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Structured Tables: users, rooms, bookings, attendees, supplies, histories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Workbench Ready: Press Ctrl + R in MySQL Workbench to generate visual map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 Integrity: Foreign key constraints prevent orphaned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29084" y="1645920"/>
            <a:ext cx="6131091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FAA9DB-B71C-0242-ABF1-1E5B7FB1B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3121" y="1740310"/>
            <a:ext cx="4926034" cy="44933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AUTHENTICATION &amp; ROLES ] — SLIDE 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Sign In &amp; Sign Up Authentication Portal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Secure Employee &amp; Manager Account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440248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In Tab: Auto-trims email inputs and validates bcrypt password hash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Up Tab: Self-registration for new employees into MySQL database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Role Routing: Automatic redirection to Employee (/), Manager (/manager), or Admin (/admin)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8748" y="1645920"/>
            <a:ext cx="6111427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08E5F-827F-12A9-1F51-88D67C04A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4722" y="2054942"/>
            <a:ext cx="5683045" cy="38444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SPATIAL EXPLORER ] — SLIDE 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All-Rooms Explorer &amp; Filter Engine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Complete Real-Time Visibility of Corporate Facilities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19" y="1645920"/>
            <a:ext cx="4351757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rPr dirty="0"/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Default Open View: All rooms displayed immediately upon page load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Search Engine: Search rooms by designation or floor location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Filter Pills: Instant filtering by seats (All, 2-5, 6-12, 12+) or amenities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01266" y="1645920"/>
            <a:ext cx="625891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831F723-62F6-36F4-19E9-0AA5144F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7071" y="2084440"/>
            <a:ext cx="5791200" cy="36477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MEDIA &amp; ASSETS ] — SLIDE 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Direct Computer Photo File Upload (&lt;input type='file'&gt;)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Custom Local Computer Hard Drive Image Uploading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440248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rPr dirty="0"/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Computer File Picker: Admins click 'Choose File' to pick local photos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Base64 Conversion: Converts images to Data URLs stored in MySQL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Flexible Options: Web image links are also fully supported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29084" y="1645920"/>
            <a:ext cx="6131091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988D3C4-6BA1-E77D-00DF-4973980872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40"/>
          <a:stretch>
            <a:fillRect/>
          </a:stretch>
        </p:blipFill>
        <p:spPr>
          <a:xfrm>
            <a:off x="5936564" y="1996211"/>
            <a:ext cx="4916129" cy="40542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SLOT SCHEDULING ] — SLIDE 8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Conflict-Free Real-Time Room Booking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Date &amp; Half-Hourly Slot Selector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358434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Time Grid: Select date and time slot (Morning, Afternoon, Evening)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Slot Lock: Booked slots are instantly highlighted and disabled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Attendee Invites: Add team member emails to receive calendar invites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0426" y="1645920"/>
            <a:ext cx="6209749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D46FDE-DE2E-2C58-A759-FB842293C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0061" y="1917923"/>
            <a:ext cx="3834580" cy="42108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AUTOMATED APPROVALS ] — SLIDE 9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15-Minute Auto-Approval Mechanism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Administrative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440248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Smart Timer: Pending requests auto-approve after 15 minutes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Zero Delays: Ensures employees can proceed even if managers are in meetings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Badges: Displays 'Approved' or 'Auto-Approved (15m Window)'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78246" y="1645920"/>
            <a:ext cx="608193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530877D-9C0B-F80A-3AC0-53119E65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528" y="2566219"/>
            <a:ext cx="5763366" cy="28808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WHATSAPP INTEGRATION ] — SLIDE 10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Multi-Channel WhatsApp Automated Broadcasting (Green API)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Background Messaging &amp; 1-Click Web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39108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rPr dirty="0"/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Green API Integration: Automated background WhatsApp message dispatch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Designated Chats: Sends to Primary (+919652456879), Vishal, &amp; Malavika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1-Click Web Link: Fallback button opens WhatsApp Web with formatted 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r>
              <a:rPr dirty="0"/>
              <a:t>📸 [INSERT SCREENSHOT HERE: WhatsApp Button &amp; Pre-Filled Text Preview]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ATTENDEE MANAGEMENT ] — SLIDE 11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Edit Participants on Active Meetings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Dynamic Member Management for Managers &amp; Admins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34192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rPr dirty="0"/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Edit Members Button: Modify attendee lists on active reservations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Flexibility: Add late invitees or remove members without canceling meeting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Audit Persistence: Saves member modification events in history log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01266" y="1645920"/>
            <a:ext cx="625891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7A7EA3-B248-4A1C-68CA-815BF6A935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79" b="3585"/>
          <a:stretch>
            <a:fillRect/>
          </a:stretch>
        </p:blipFill>
        <p:spPr>
          <a:xfrm>
            <a:off x="5919019" y="2341414"/>
            <a:ext cx="4840527" cy="32433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MANAGER SUITE ] — SLIDE 12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Manager Approval Suite &amp; Priority Requests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Real-Time Priority Queue for Operations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3030" y="1645920"/>
            <a:ext cx="4587732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Pending Queue: Review incoming meeting requests in real time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Priority Tagging: Highlights VIP, Executive, and Training sessions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Actions: Approve or decline requests with custom reason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78246" y="1645920"/>
            <a:ext cx="608193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8A1E83F-EF44-B3F0-296F-41BE8DF88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2604" y="2339832"/>
            <a:ext cx="5673213" cy="36870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AUDIT &amp; TIMELINE ] — SLIDE 13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Room-Specific Audit History &amp; System Logs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Chronological Utilization &amp; Event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60739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rPr dirty="0"/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Room History Modal: Click any room card to open its dedicated audit log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Full Timeline: Displays booking creations, edits, cancellations, and notes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SQL Persistence: Stored permanently in the </a:t>
            </a:r>
            <a:r>
              <a:rPr dirty="0" err="1"/>
              <a:t>booking_histories</a:t>
            </a:r>
            <a:r>
              <a:rPr dirty="0"/>
              <a:t>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06066" y="1645920"/>
            <a:ext cx="595411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961525-23FE-6F0E-9E2A-6596398C02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9083" y="2035278"/>
            <a:ext cx="5188076" cy="37657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FACILITY HEALTH ] — SLIDE 14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Facility Room Supplies &amp; Maintenance Tracking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Equipment Restocking &amp; Room Health Lifecycles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Equipment Reports: Report missing items (HDMI cables, markers, remotes)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Lifecycle: Cycle items: Missing -&gt; To Buy -&gt; Purchased -&gt; Restocked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Maintenance Mode: Temporarily pause room availability for repairs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Room Supplies Status Cards Grid]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EMAIL AUTOMATION ] — SLIDE 15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Automated Gmail Calendar Email Notifications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Calendar Invitations via Gmail SMTP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Gmail SMTP Transporter: Real emails sent via meetingroom9252@gmail.com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Interactive Button: Includes '📅 Add to Google Calendar' link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File Attachments: Sends standard .ics calendar invite attachments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Gmail Confirmation Email in Inbox]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SECURITY &amp; GOVERNANCE ] — SLIDE 16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System Security &amp; Role-Based Permissions (RBAC)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Enterprise Compliance &amp; Password Encryption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Password Security: Bcrypt salt round password hashing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Employee Role: Booking &amp; Room Explorer access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Manager Role: Approvals, Member Edits, Supplies &amp;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Admin Role: Room Management, Direct Uploads, Maintenance &amp;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User Roles Matrix Table]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LIVE DEMONSTRATION ] — SLIDE 17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Step-by-Step 3-Minute Live Demo Walkthrough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Seamless Live Presentation Script for Managers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1: Show MySQL Workbench EER Diagram (Ctrl + R)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2: Log in as Employee, book room, click WhatsApp Share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3: Log in as Manager, Edit Members, and check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4: Check Gmail inbox for automated calendar invite email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Multi-Window Demo Overview]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CONCLUSION &amp;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Summary of Business Benefits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Ready for Executive Management Review</a:t>
            </a:r>
          </a:p>
          <a:p>
            <a:br/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100% Conflict-Free Spatial Booking System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Approvals &amp; Equipment Restock Tracking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SQL Database Core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Access App Live: http://localhost:3000/login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325880"/>
            <a:ext cx="4937760" cy="49834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Final Closing Slide / Login Portal]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1256</Words>
  <Application>Microsoft Office PowerPoint</Application>
  <PresentationFormat>Widescreen</PresentationFormat>
  <Paragraphs>136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Saimalavika2005@outlook.com</cp:lastModifiedBy>
  <cp:revision>1</cp:revision>
  <dcterms:created xsi:type="dcterms:W3CDTF">2013-01-27T09:14:16Z</dcterms:created>
  <dcterms:modified xsi:type="dcterms:W3CDTF">2026-08-17T14:47:32Z</dcterms:modified>
  <cp:category/>
</cp:coreProperties>
</file>