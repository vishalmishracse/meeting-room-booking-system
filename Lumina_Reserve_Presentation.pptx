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eeting-room-booking-system-sand.vercel.app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600" b="1">
                <a:solidFill>
                  <a:srgbClr val="2563EB"/>
                </a:solidFill>
                <a:latin typeface="Outfit"/>
              </a:defRPr>
            </a:pPr>
            <a:r>
              <a:rPr lang="en-US" dirty="0"/>
              <a:t>Meeting Room Booking System</a:t>
            </a: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475569"/>
                </a:solidFill>
                <a:latin typeface="Inter"/>
              </a:defRPr>
            </a:pPr>
            <a:r>
              <a:rPr dirty="0"/>
              <a:t>Executive Summary, Full-Stack Architecture, and Simulation Credentials</a:t>
            </a:r>
          </a:p>
          <a:p>
            <a:pPr>
              <a:defRPr sz="1200" i="1">
                <a:solidFill>
                  <a:srgbClr val="4F46E5"/>
                </a:solidFill>
                <a:latin typeface="Inter"/>
              </a:defRPr>
            </a:pPr>
            <a:r>
              <a:rPr dirty="0"/>
              <a:t>Prepared for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System Architecture &amp;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Outfit"/>
              </a:defRPr>
            </a:pPr>
            <a:r>
              <a:t>Frontend &amp; Serverless Functions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Next.js 16 (App Router)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Serves compiled HTML pages statically from Vercel's global CDN for maximum speed, reducing load-time latency.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TypeScript Application Code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Complete static typing across UI components and API handlers, preventing runtime object-reference crashes.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PostgreSQL Database Integration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Direct cloud connectivity between serverless Next.js functions and a secure PostgreSQL Supabase instance.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Serverless Execution (Vercel)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API routes are compiled into lightweight micro-functions that execute on demand and scale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Outfit"/>
              </a:defRPr>
            </a:pPr>
            <a:r>
              <a:t>Data Access &amp; Transaction Control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Prisma Schema Definition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Defines relational models for Users, Rooms, Bookings, and Attendees. Maintains database structure alignment via migrations.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PgBouncer Pooler Integration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Next.js functions route queries via PgBouncer on port 6543 to reuse database connections, minimizing connection lag.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Transaction Isolation Levels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Standardized database transaction safety (ReadCommitted level) ensures zero slot-collision locks in simultaneous booking requests.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Auxiliary Express Backend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 separate Node.js/TypeScript Express project is available as an option for offline services or custom logging integrations.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Database Design &amp; Latency Reductions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t>Relational Database Structure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Room Table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Stores capacity, floor level, name, location description, operational status, and hero image URLs.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Booking Table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Tracks meeting title, date, start/end times, organizer, approval status, and link relations.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Attendee Table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Handles invited members, link relation to booking record, and individual RSVP states (Pending, Accepted, Declined).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BookingHistory Table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Stores audit trail records for room creations, deletes, and status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t>Performance Optimizations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Database Indexes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Added physical B-tree indexes on foreign keys (roomId, userId) and search ranges (startTime, endTime) to prevent full-table scans.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Parallel Fetch Chains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Portals execute dashboard data fetches (rooms, reservations, logs) in parallel via Promise.all, halving response time.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Direct Session Retrieval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Next.js routes read claims directly from authenticated cookies. Saving a complete user query round-trip (saving ~200ms per click).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Prisma I/O Tuning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Removed heavy SQL query logging from stdout in production to minimize node container console blocking.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Live Access &amp; Deployment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rPr dirty="0"/>
              <a:t>Live Deployment URL (</a:t>
            </a:r>
            <a:r>
              <a:rPr dirty="0" err="1"/>
              <a:t>Vercel</a:t>
            </a:r>
            <a:r>
              <a:rPr dirty="0"/>
              <a:t>)</a:t>
            </a:r>
          </a:p>
          <a:p>
            <a:pPr>
              <a:defRPr sz="2200" b="1">
                <a:solidFill>
                  <a:srgbClr val="0D9488"/>
                </a:solidFill>
                <a:latin typeface="Consolas"/>
              </a:defRPr>
            </a:pPr>
            <a:r>
              <a:rPr dirty="0">
                <a:hlinkClick r:id="rId2"/>
              </a:rPr>
              <a:t>https://meeting-room-booking-system-</a:t>
            </a:r>
            <a:r>
              <a:rPr dirty="0" err="1">
                <a:hlinkClick r:id="rId2"/>
              </a:rPr>
              <a:t>sand.vercel.app</a:t>
            </a:r>
            <a:r>
              <a:rPr dirty="0">
                <a:hlinkClick r:id="rId2"/>
              </a:rPr>
              <a:t>/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Outfit"/>
              </a:defRPr>
            </a:pPr>
            <a:r>
              <a:t>Required Environment Configuration (.env)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•  DATABASE_URL: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Prisma connection string pointing to Supabase transaction pooler.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•  SMTP_HOST / SMTP_PORT: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Mail dispatcher configurations (smtp.gmail.com on port 587).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•  SMTP_USER / SMTP_PASS: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Sender email address and secure Google App Password.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•  SMTP_FROM: 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Custom sender header name showing 'Lumina Reserve'.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9260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Outfit"/>
              </a:defRPr>
            </a:pPr>
            <a:r>
              <a:t>Local Deployment Instructions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1. Install Dependencies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Execute 'npm install' inside the '/frontend' folder.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2. Push Schema to Database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Execute 'npx prisma db push' to sync models to Supabase.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3. Seed Database Content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Execute 'npx prisma db seed' to populate users and rooms.</a:t>
            </a:r>
          </a:p>
          <a:p>
            <a:pPr>
              <a:defRPr sz="1200" b="1">
                <a:solidFill>
                  <a:srgbClr val="0F172A"/>
                </a:solidFill>
                <a:latin typeface="Inter"/>
              </a:defRPr>
            </a:pPr>
            <a:r>
              <a:t>4. Start Local Dev Server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    Execute 'npm run dev' to spin up the local server at localhost:3000.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ADMINISTRATOR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Credentials — Administrator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84048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Outfit"/>
              </a:defRPr>
            </a:pPr>
            <a:r>
              <a:t>Role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Manage meeting rooms resource definitions.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Create new rooms (specify floor level, capacity, name, location description, and amenities).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Edit room attributes and toggle room status (Available / Under Maintenance).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Delete meeting rooms permanently from the workspace registry.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Full review access to the system Audit Log trail to track actions.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45920"/>
          <a:ext cx="6492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Corporate Email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Vishal Mishra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vishalmishra.csm@gmail.com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Vishal CMREC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vishalcmrec@gmail.com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MANAGER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Credentials — Manager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84048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Outfit"/>
              </a:defRPr>
            </a:pPr>
            <a:r>
              <a:t>Role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Review pending room booking requests.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Approve or Reject bookings submitted by organization members.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Real-time notifications sent to the original booker and attendees when a reservation is approved.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Automatic preemption logic triggers email notices for rejected rooms.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Access managers-only scheduling calendars.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45920"/>
          <a:ext cx="6492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Corporate Email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Malavika Yadav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saimalavikayadav@gmail.com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Malavika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malavika29yadav@gmail.com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Rithika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rithika1101@gmail.com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EMPLOYEE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Credentials — Employee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840480" cy="4480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Outfit"/>
              </a:defRPr>
            </a:pPr>
            <a:r>
              <a:t>Role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Interactive Room Explorer dashboard.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Filter and search rooms by designation, location, seats capacity, and specific amenities.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Interactive scheduling calendar showing real-time slot bookings and maintenance statuses.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Schedule and book rooms instantly, invite attendees via corporate email.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Inter"/>
              </a:defRPr>
            </a:pPr>
            <a:r>
              <a:t>✔  View personal active reservations and cancel bookings cleanly.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45920"/>
          <a:ext cx="6492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Corporate Email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utfit"/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Harshith Yadav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harshithyadav.ittaboina@gmail.com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Harshith 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yadavharshith204@gmail.com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Joshita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joshita164@gmail.com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238r1a6623@gmail.com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623 (CMREC)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238r1a6623@cmrec.ac.in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238r1a6625@gmail.com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625 (CMREC)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238r1a6625@cmrec.ac.in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238r1a6663@gmail.com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Employee 663 (CMREC)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  <a:latin typeface="Consolas"/>
                        </a:defRPr>
                      </a:pPr>
                      <a:r>
                        <a:t>238r1a6663@cmrec.ac.in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D9488"/>
                          </a:solidFill>
                          <a:latin typeface="Consolas"/>
                        </a:defRPr>
                      </a:pPr>
                      <a:r>
                        <a:t>password123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SMTP Transactional Email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Outfit"/>
              </a:defRPr>
            </a:pPr>
            <a:r>
              <a:t>SMTP Setup &amp; Verification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Secure Google SMTP Gateways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Next.js backend uses NodeMailer to securely authenticate against Google SMTP servers over TLS.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Google App Password Security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Configured SMTP access using app-specific 16-character passwords rather than raw passwords.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Dynamic Email Templates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Generates beautiful styled HTML templates displaying booking dates, room name, floor levels, and session details.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Dispatch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Dispatched email test chains confirming successful delivery times to actual Google/Outlook inboxes.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F46E5"/>
                </a:solidFill>
                <a:latin typeface="Outfit"/>
              </a:defRPr>
            </a:pPr>
            <a:r>
              <a:t>Attendee Notifications System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Invitee Lists Dispatch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API route '/api/bookings' processes the invitee arrays, automatically generating notifications for each recipient.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Booking Modification Notices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Dispatches immediate notifications when bookings are rescheduled, or canceled by coordinates.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Conflict Preemption Notifications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If a manager rejects a reservation, a cancellation notification is automatically sent to the booker.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✔  Manager Approval Integration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Upon manager approval, booking confirmation alerts are sent to the entire attendee list simultaneously.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iCal Calendaring &amp; RSVP Feedbacks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t>Interactive iCal (.ics) System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Automatic Invite Generation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Every booking confirmation email automatically attaches a dynamically generated '.ics' file.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Standard Compliance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Adheres to the RFC 5545 standard, ensuring layout compatibility with Google Calendar, Outlook, and Apple Mail.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Widescreen Data Mapping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Includes event name, description, duration, location variables, and unique UID values.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Instant Sync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Opening the file maps the meeting slot directly onto the user's personal calendar.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t>RSVP Loop Integrations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Actionable Hyperlinks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Invitation emails contain personalized links for attendees to Accept or Decline the slot.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RSVP API Endpoint ('/api/rsvp')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Handles clicks, parses booking tokens, and updates the attendee's response in Supabase.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Real-time Organizer Alerts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Automatically sends email alerts to the meeting organizer when an attendee accepts or declines.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Inter"/>
              </a:defRPr>
            </a:pPr>
            <a:r>
              <a:t>•  Relational Integrity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Ensures data synchronization across Bookings, Attendees, and Scheduling portals.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Outfit"/>
              </a:defRPr>
            </a:pPr>
            <a:r>
              <a:t>LUMINA 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Outfit"/>
              </a:defRPr>
            </a:pPr>
            <a:r>
              <a:t>Project Deliverables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563EB"/>
                </a:solidFill>
                <a:latin typeface="Outfit"/>
              </a:defRPr>
            </a:pPr>
            <a:r>
              <a:t>Quality Verification &amp; Compilation Status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 Production Compilation Success: 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Compiled successfully using 'next build' in 7.8s with zero static page generation warnings or TypeScript errors.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 SMTP Deliverability Verified: 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Successfully delivered transactional templates to valid recipient addresses with interactive RSVP actions.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 No Legacy Blockers: 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Removed unneeded files (including Mockup HTML stitch files) to keep the codebase clean and maintainable.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✔  Full-Stack Vercel Readiness: 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    Fully configured for Vercel, allowing immediate cloud builds and serverless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1401</Words>
  <Application>Microsoft Office PowerPoint</Application>
  <PresentationFormat>Widescreen</PresentationFormat>
  <Paragraphs>191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yadav</cp:lastModifiedBy>
  <cp:revision>2</cp:revision>
  <dcterms:created xsi:type="dcterms:W3CDTF">2013-01-27T09:14:16Z</dcterms:created>
  <dcterms:modified xsi:type="dcterms:W3CDTF">2026-07-07T05:59:42Z</dcterms:modified>
  <cp:category/>
</cp:coreProperties>
</file>