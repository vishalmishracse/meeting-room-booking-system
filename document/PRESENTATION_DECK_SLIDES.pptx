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25880"/>
            <a:ext cx="566928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25880"/>
            <a:ext cx="438912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Lumina Reserve App Logo &amp; Hero Homepage]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Employee Dashboard &amp; Active Reservations]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pic>
        <p:nvPicPr>
          <p:cNvPr id="6" name="Picture 5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59375" cy="28238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MySQL Workbench Ctrl + R EER Diagram]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Login &amp; Sign Up Portal Page]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All-Rooms Explorer Grid View]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Add/Edit Room Modal File Picker]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Booking Side Panel &amp; Slot Picker]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Booking List showing Auto-Approved Badge]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WhatsApp Button &amp; Pre-Filled Text Preview]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Edit Participants Modal]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Manager Dashboard Approval Queue]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Room History Audit Log Modal]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Room Supplies Status Cards Grid]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Gmail Confirmation Email in Inbox]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User Roles Matrix Table]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59375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85055" cy="4480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Multi-Window Demo Overview]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25880"/>
            <a:ext cx="566928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25880"/>
            <a:ext cx="4389120" cy="49834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br/>
            <a:br/>
            <a:br/>
            <a:r>
              <a:t>📸 [INSERT SCREENSHOT HERE: Final Closing Slide / Login Portal]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