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pic>
        <p:nvPicPr>
          <p:cNvPr id="6" name="Picture 5" descr="SLIDE_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pic>
        <p:nvPicPr>
          <p:cNvPr id="6" name="Picture 5" descr="SLIDE_2_EMPLOYE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pic>
        <p:nvPicPr>
          <p:cNvPr id="6" name="Picture 5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pic>
        <p:nvPicPr>
          <p:cNvPr id="6" name="Picture 5" descr="SLIDE_4_E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pic>
        <p:nvPicPr>
          <p:cNvPr id="6" name="Picture 5" descr="SLIDE_6_ROOM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pic>
        <p:nvPicPr>
          <p:cNvPr id="6" name="Picture 5" descr="SLIDE_7_FILE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pic>
        <p:nvPicPr>
          <p:cNvPr id="6" name="Picture 5" descr="SLIDE_8_ROOM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pic>
        <p:nvPicPr>
          <p:cNvPr id="6" name="Picture 5" descr="SLIDE_9_AUTO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pic>
        <p:nvPicPr>
          <p:cNvPr id="6" name="Picture 5" descr="SLIDE_10_WHATSAPP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pic>
        <p:nvPicPr>
          <p:cNvPr id="6" name="Picture 5" descr="SLIDE_11_EDIT_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pic>
        <p:nvPicPr>
          <p:cNvPr id="6" name="Picture 5" descr="SLIDE_12_MANAGER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pic>
        <p:nvPicPr>
          <p:cNvPr id="6" name="Picture 5" descr="SLIDE_13_ROOM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pic>
        <p:nvPicPr>
          <p:cNvPr id="6" name="Picture 5" descr="SLIDE_14_ROOM_SUPP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pic>
        <p:nvPicPr>
          <p:cNvPr id="6" name="Picture 5" descr="SLIDE_16_SECURITY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pic>
        <p:nvPicPr>
          <p:cNvPr id="6" name="Picture 5" descr="SLIDE_17_LIV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pic>
        <p:nvPicPr>
          <p:cNvPr id="6" name="Picture 5" descr="SLIDE_18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